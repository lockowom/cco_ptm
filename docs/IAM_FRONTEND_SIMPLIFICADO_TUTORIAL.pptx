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731520"/>
            <a:ext cx="1005840" cy="12801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IAM Frontend Simplificado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7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lista, matriz de roles publicada, usuarios organizados y tutorial operativo reutilizable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5989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7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 CCO PTM | Julio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Problema Que Resuelve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se hizo este upgrade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Habia demasiada dependencia de configuracion manual y permisos dispersos entre frontend, roles legacy e IAM.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roles actuales existian, pero no habia una plantilla central legible para mantenerlos o extenderlos.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Agregar un modulo nuevo obligaba a recordar permisos, rutas, tabs y sincronizaciones manuales.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entrega deja una fuente unica de verdad en frontend y una migracion que alinea la base remota con esa matriz.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Arquitectura Resultado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archivo manda sobre la definicion funcional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Frontend: `src/config/iamBlueprints.js` define roles, landing pages, equipos y permisos oficiales.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Catalogo funcional: `src/config/modules.js` conserva el inventario de permisos por modulo.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Guardas UI: `src/constants/permissions.js` sigue resolviendo rutas y tabs protegidos.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Persistencia: `tms_roles`, `tms_usuarios`, `iam.roles`, `iam.role_permissions`, `iam.assignments`, `iam.teams` y `iam.team_members`.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Sincronizacion: `supabase/migrations/160_frontend_iam_role_blueprints.sql` publica la matriz y organiza usuarios.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 real: frontend para visibilidad y backend para autorizacion efectiva.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Flujo De Mantenimiento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Regla futura para cambios seguros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Nuevo permiso: se agrega en `APP_PERMISSIONS`, luego en `permissions.js` y despues en `iamBlueprints.js`.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Nuevo rol: se define una sola vez en `iamBlueprints.js` con `landingPage`, `permissions` y `defaultTeamCode`.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Nueva publicacion: se crea una migracion de sincronizacion y se ejecuta build antes del push.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Nuevo usuario: se crea desde `Admin &gt; Usuarios`, se asigna rol y el blueprint ya define su matriz funcional.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Roles Oficiales Publicados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ejecutivo de la matriz vigente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84708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08483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/admin/users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75 | Usuarios: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23113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admin@cco.cl | admin@sistema.com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CONTROL_CALIDAD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84708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Calidad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208483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/quality/monitoreo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26771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15 | Usuarios: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15400" y="223113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mnegroni@ptm.cl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8986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308152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" y="331927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/panel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" y="350215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33 | Usuarios: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46557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oleiva@ptm.cl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72200" y="278892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8986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308152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6792" y="331927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/inventory/traspasos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36792" y="350215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31 | Usuarios: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15400" y="346557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inventary@ptm.cl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402336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" y="431596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 Bodega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" y="455371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/mobile/pda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" y="473659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14 | Usuarios: 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37560" y="47000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jc@ptm.cl | lmodric@ptm.cl | moi@ptm.cl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72200" y="402336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OPERARIO_3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36792" y="431596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Operario 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6792" y="455371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/inventory/traspasos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36792" y="473659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9 | Usuarios: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15400" y="47000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chv@ptm.cl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" y="525780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" y="53675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" y="555040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8952" y="578815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/panel/ingresar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8952" y="597103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15 | Usuarios: 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37560" y="593445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gisselle@ptm.cl | nilo@ptm.cl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72200" y="525780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53675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SUPERVISOR_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36792" y="555040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 Legacy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36792" y="578815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Landing: /panel/ingresar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36792" y="5971032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Permisos: 17 | Usuarios: 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915400" y="593445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angelica@ptm.cl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Usuarios Actuales Organizados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Snapshot de la configuracion aplicada por rol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502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ADMIN: admin@cco.cl | admin@sistema.com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CONTROL_CALIDAD: mnegroni@ptm.cl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GERENCIA: oleiva@ptm.cl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INVENTARIO_: inventary@ptm.cl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OPERADOR: jc@ptm.cl | lmodric@ptm.cl | moi@ptm.cl | picking1@ptm.cl | picking2@ptm.cl | packing@ptm.cl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OPERARIO_3: chv@ptm.cl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gisselle@ptm.cl | nilo@ptm.cl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SUPERVISOR_: angelica@ptm.cl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Equipos Creados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 tecnico para mantenimiento futuro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migracion crea un equipo tecnico por rol: `ROL_ADMIN`, `ROL_CONTROL_CALIDAD`, `ROL_GERENCIA`, `ROL_INVENTARIO`, `ROL_OPERADOR`, `ROL_OPERARIO_3`, `ROL_SUPERVISOR` y `ROL_SUPERVISOR_LEGACY`.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Estos equipos dejan trazabilidad y organizacion sin reemplazar las asignaciones globales existentes.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en el futuro necesitas herencia masiva real, puedes colgar permisos de team sin rehacer la matriz de roles.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Como Crear Un Modulo Nuevo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para no romper autorizacion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1: agregar permisos nuevos en `src/config/modules.js`.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2: mapear rutas y tabs en `src/constants/permissions.js`.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3: incluir esos permisos en uno o mas roles dentro de `src/config/iamBlueprints.js`.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4: crear migracion de sincronizacion para publicar la matriz en Supabase.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5: si el modulo cambia datos sensibles, endurecer RPC o RLS del dominio.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6: ejecutar `npm run build` y validar la vista con un usuario real.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 Como Crear O Ajustar Un 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Tutorial operativo detallado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Abrir `src/config/iamBlueprints.js` y duplicar la estructura de un rol existente.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`id`, `nombre`, `descripcion`, `landingPage`, `defaultTeamCode` y `permissions`.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Mantener permisos pequenos y especificos: separar ver, gestionar, aprobar y tabs.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Actualizar la migracion siguiente o crear una nueva para publicar el rol en `tms_roles`.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o reutilizar equipo tecnico del rol para orden operacional.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 Como Dar De Alta Un Usuario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Procedimiento futuro sin improvisacion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Entrar a `Admin &gt; Usuarios`.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el usuario con nombre, email, password inicial y rol base.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 que el rol exista en `iamBlueprints.js` y que el landing page sea el correcto.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Guardar y validar la visibilidad real de rutas del rol.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la accion sigue bloqueada, revisar la RPC o policy del dominio antes de tocar el rol.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 Diagnostico De Bloqueos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Secuencia recomendada de soporte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`tms_usuarios`: rol, activo, auth_uid.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el blueprint del rol en `src/config/iamBlueprints.js`.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rutas o tabs protegidos en `src/constants/permissions.js`.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permisos efectivos y asignaciones IAM si el dominio esta endurecido.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el problema es de negocio, revisar workflow, policy ABAC o RPC especifica.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91695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 Artefactos Entregados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lo que queda listo en el repo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`src/config/iamBlueprints.js` como matriz oficial de frontend.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`supabase/migrations/160_frontend_iam_role_blueprints.sql` para sincronizar produccion.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`docs/IAM_FRONTEND_SIMPLIFICADO.md` como manual tecnico-operativo.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`scripts/generate_iam_tutorial_pptx.mjs` para regenerar esta presentacion.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 roles organizados, usuarios alineados y base lista para modulos nuevos.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CCO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 Frontend Simplificado - CCO PTM</dc:title>
  <dc:subject>Tutorial IAM Frontend Simplificado</dc:subject>
  <dc:creator>TRAE</dc:creator>
  <cp:lastModifiedBy>TRAE</cp:lastModifiedBy>
  <cp:revision>1</cp:revision>
  <dcterms:created xsi:type="dcterms:W3CDTF">2026-07-27T14:50:24Z</dcterms:created>
  <dcterms:modified xsi:type="dcterms:W3CDTF">2026-07-27T14:50:24Z</dcterms:modified>
</cp:coreProperties>
</file>